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37160" cy="32004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智慧路灯管理系统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spc="150" kern="0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AI智能问答模块设计与实现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《企业项目实战》答辩报告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答辩人：邓德银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学号：632307060521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班级：计算机科学与技术 2023级5班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789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项目背景与系统概述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789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10789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个人职责说明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719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AI模块架构设计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64592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719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两步式智能问答流程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59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AI工具调用系统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59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RBAC权限分权控制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29992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多轮对话与会话管理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9992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前端Chat UI实现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39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测试验证与结果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356616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39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技术难点与解决方案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79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4279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2 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项目背景与系统概述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智慧城市建设需求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传统路灯管理面临能耗高、运维效率低、故障响应慢等挑战。物联网、云计算和AI技术的成熟，为路灯管理的智能化升级提供了技术基础。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005840"/>
            <a:ext cx="3291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212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系统核心功能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IoT数据采集与实时监控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光照阈值自动控制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9202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手动远程控制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148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离线告警与历史趋势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AI智能问答助手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735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320040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2735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2735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v5 / EMQX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22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374904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822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74904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822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3 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个人职责说明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负责模块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8686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AI智能问答模块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1097280" cy="25603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417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全栈开发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API接入、两步式问答流程、工具调用系统、权限控制、会话管理、前端Chat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8686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MQTT消息接入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423160"/>
            <a:ext cx="1097280" cy="25603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参与开发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早期MQTT消息收发与数据库基础架构搭建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37560"/>
            <a:ext cx="73152" cy="8686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17520" y="3429000"/>
            <a:ext cx="1097280" cy="25603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3429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AI模块功能测试、权限边界验证、多轮对话测试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4 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11887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Chat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965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ChatController (REST API)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ChatServiceImpl (核心业务)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520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ToolExecutor + 权限配置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42976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B46C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0" cy="27432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2468880"/>
            <a:ext cx="0" cy="27432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246120"/>
            <a:ext cx="0" cy="27432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4023360"/>
            <a:ext cx="0" cy="27432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196596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391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163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74320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8163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存储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352044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593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控制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5 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两步式智能问答流程（核心创新）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问题：传统AI问答直接生成回答，存在意图识别不准和"幻觉"问题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320040" cy="3200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工具选择阶段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= 0.0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高确定性输出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输入：用户问题 + 工具选择System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输出：JSON格式工具调用指令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{"tool": "xxx", "params": {...}}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1828800"/>
            <a:ext cx="658368" cy="365760"/>
          </a:xfrm>
          <a:prstGeom prst="rightArrow">
            <a:avLst/>
          </a:prstGeom>
          <a:solidFill>
            <a:srgbClr val="00C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28016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41732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回答生成阶段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= 0.7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自然语言风格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输入：工具执行结果 + 历史上下文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输出：基于真实数据的自然语言回答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设计优势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意图识别与内容生成解耦，每步Prompt更聚焦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13048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130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856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低temperature保证工具名和参数提取准确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105656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056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0782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工具执行在可控Java代码中进行，安全性高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398264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3982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3708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回答基于真实数据，避免LLM幻觉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6 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AI工具调用系统（16个工具）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查询类（7个）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get_device_summary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get_device_list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get_device_detail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get_latest_sensor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get_sensor_history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93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get_alarms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050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get_control_logs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005840"/>
            <a:ext cx="1920240" cy="3657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控制类（3个）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control_light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19202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set_threshold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2331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switch_control_mode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6AD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005840"/>
            <a:ext cx="1920240" cy="36576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管理类（5个）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add_device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9202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update_device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331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delete_device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743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bind_sensor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unbind_sensor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656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1005840"/>
            <a:ext cx="1920240" cy="36576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告警类（1个）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5800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resolve_alarm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7 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RBAC权限分权控制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双层权限控制：Prompt层声明 + Java代码拦截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560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可调用工具数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工具范围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admin（系统管理员）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16个（全部）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查询+控制+管理+告警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系统管理者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manager（路灯管理员）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16个（全部）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查询+控制+管理+告警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路灯管理部门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municipal（市政人员）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10个（受限）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仅查询+控制类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市政值班人员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	可调用工具数	工具范围	典型用户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安全设计要点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246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218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ToolPermissionConfig.isToolAllowed() 代码级拦截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3538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getToolsPrompt(role) 仅列出该角色可用工具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88620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8862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3858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getAnswerSystemPrompt(role) 告知模型权限边界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20624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206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4178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即使LLM输出未授权调用，ToolExecutor也会拦截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8 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多轮对话与会话管理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会话安全隔离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50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ChatSession 实体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758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| title | userId | createdAt | updatedAt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ChatMessage 实体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36758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| sessionId | role(user/assistant) | content | createdAt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6758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requireOwnSession() 验证会话归属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多轮上下文构建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36592" y="1280160"/>
            <a:ext cx="3950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MAX_HISTORY = 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645920"/>
            <a:ext cx="3675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保留最近20条消息作为上下文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按时间升序排列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格式化为 OpenAI 兼容消息数组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2331720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自动设置会话标题（首次消息）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创建/重命名/删除会话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多会话独立管理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用户会话完全隔离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互不可见、403拦截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前端Pinia状态管理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实时同步会话列表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9 页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前端Chat UI实现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05840"/>
            <a:ext cx="822960" cy="3291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0972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会话列表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44752" y="1371600"/>
            <a:ext cx="676656" cy="32004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1444752" y="141732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新对话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409EF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536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设备DEV-001状态？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20116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DEV-001在线，开灯状态...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94560" y="3749040"/>
            <a:ext cx="237744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388620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输入消息...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Composition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764792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719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组件库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112264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066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状态管理 (chatStore)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59736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API 通信层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07208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761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打字机动画效果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5468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自动滚动到最新消息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10 页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测试验证与结果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纯闲聊对话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AI正确识别为纯对话，返回自我介绍，无工具调用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设备信息查询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selectTool正确返回工具名，数据注入后生成自然语言回答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远程控制路灯(admin)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正确调用control_light，MQTT下发成功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权限边界验证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municipal角色尝试管理操作被礼貌拒绝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多轮对话上下文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AI正确理解"它"指代DEV-001，查询光照阈值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会话隔离验证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非所有者访问返回403，会话列表互不可见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	预期结果与实际结果	状态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全部6个测试用例通过。两步式问答流程准确区分对话意图，16个AI工具均能被正确调用。RBAC权限控制在Prompt和代码两个层面均有效拦截越权操作。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11 页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技术难点与解决方案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难点：DeepSeek API网络延迟波动（&gt;10秒）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801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解决：前端添加加载动画（打字机效果）+ 后端增加降级逻辑，返回友好提示而非异常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难点：Spring循环依赖（MqttMessageHandler ↔ MqttClientManager）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19456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解决：使用@Lazy注解打破循环，让Spring注入代理对象，首次调用时解析实际Bean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难点：LLM JSON输出格式不稳定（代码块包裹/裸JSON/格式错误）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15468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2004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解决：extractJson()方法通过正则匹配提取第一个{}花括号对，并加入异常处理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难点：AI工具调用安全控制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1605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解决："System Prompt声明 + Java代码拦截"双层权限控制方案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12 页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项目收获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掌握Spring Boot全栈开发与MQTT物联网协议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深入理解LLM API集成与Prompt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实践RBAC权限模型在AI场景中的落地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9456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提升工程素养：降级、安全、错误处理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6592" y="128016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123444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接入SSE流式输出，实现逐字输出效果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16002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55448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升级为Agent模式，支持多步骤任务规划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92024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87452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搭建JUnit 5 + Mockito测试框架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24028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219456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Key迁移到环境变量/配置中心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从"人在回路上"逐步演进到"人在回路中"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最终实现真正智能化的自主运营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13 页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1455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84607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4861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| 计算机科学与技术 2023级5班 | 632307060521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2026-07-11T08:16:03Z</dcterms:created>
  <dcterms:modified xsi:type="dcterms:W3CDTF">2026-07-11T08:16:03Z</dcterms:modified>
</cp:coreProperties>
</file>